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17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5599054" y="1576060"/>
            <a:ext cx="192756" cy="17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 Studio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demo creation from any transcript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979676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 and a script. Zen Studio drives your app, narrates it,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hands you a finished, verified product demo.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demos don't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feature, every prospect, every onboarding flow needs its own walkthrough — and today, a human has to make each one by hand.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791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Recording, narrating, and re-cutting one clean demo video is most of a day's 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639312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93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demo, one use-case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9410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walkthrough never speaks to the specific flow a buyer or new hire actually needs.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901184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the moment the UI ships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20293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quietly breaks the last recording — and nobody notices until a customer does.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79008" y="2304288"/>
            <a:ext cx="5998464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18" name="Image 0" descr="/home/claude/ppt_assets/review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331720"/>
            <a:ext cx="5943600" cy="27889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806440" y="5193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Zen Studio build: every step reviewed before anything records.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URL and a script.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narrated demo.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 drafts the on-screen steps with AI, you approve them in one click, and it records your real app with a synced voice-over, auto-zoom, and captions — unattended.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3703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97096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599432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45079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5001768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4910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404104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53126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80644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5715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check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44768" y="475488"/>
            <a:ext cx="5632704" cy="247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18" name="Image 0" descr="/home/claude/ppt_assets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502920"/>
            <a:ext cx="5577840" cy="242370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fully automated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touch stage 2 — a one-click approval. Everything else runs on its 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44168" y="1938528"/>
            <a:ext cx="9473184" cy="453778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pip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65960"/>
            <a:ext cx="9418320" cy="4482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it at your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URL. Zen Studio crawls the live app and discovers every reachable page in under a minute — no manual sitemap, no setup.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81928" y="2350008"/>
            <a:ext cx="5541264" cy="169728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checkapp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77440"/>
            <a:ext cx="5486400" cy="16424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41570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“Found 4 pages in 41.6s” — discovered automatically.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narration,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narration doubles as the stage direction. “Click Agents and scroll down” is both the voice-over script and the action list — no automation syntax to learn.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07608" y="1344168"/>
            <a:ext cx="5815584" cy="278251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newvide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760720" cy="27276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sound —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look — right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natural voices, adjustable speaking speed, background music, auto-zoom on every interaction, burned-in captions — every demo matches your brand, not a default.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10528" y="841248"/>
            <a:ext cx="2660904" cy="4475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vo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68680"/>
            <a:ext cx="2606040" cy="44203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45168" y="841248"/>
            <a:ext cx="2432304" cy="1973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8" name="Image 1" descr="/home/claude/ppt_assets/effec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868680"/>
            <a:ext cx="2377440" cy="19185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 the steps,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wait, and scroll is drafted up front and shown in plain language. Redraft anything that's off — nothing records until you say 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07608" y="1161288"/>
            <a:ext cx="5998464" cy="2838187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review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5943600" cy="27833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— resilient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in a hidden browser while you keep working. If a step's button hasn't appeared yet, Zen Studio waits, re-reads the live page, and keeps going instead of simply stopping.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44768" y="658368"/>
            <a:ext cx="5632704" cy="2833553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recor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685800"/>
            <a:ext cx="5577840" cy="27786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to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millisecond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render runs an automatic sync check — frame counts, audio/video duration, and every segment's start time, measured against what actually happened on screen.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07608" y="978408"/>
            <a:ext cx="5998464" cy="287807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sync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5943600" cy="28232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demo ships complete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video — an MP4, burned-in or sidecar captions (.srt), and the full script (.yaml) for anyone who wants to edit and re-record it later.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18488" y="2075688"/>
            <a:ext cx="8924544" cy="4247327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downloads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03120"/>
            <a:ext cx="8869680" cy="41924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library, not a one-off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video is tracked from draft to verified render — with real production metrics, not vanity 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29768" y="1847088"/>
            <a:ext cx="7278624" cy="3485081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dashboard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7223760" cy="34302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847088"/>
            <a:ext cx="3895344" cy="187463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8" name="Image 1" descr="/home/claude/ppt_assets/libra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74520"/>
            <a:ext cx="3840480" cy="181977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09560" y="3785731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video's full history, searchable in one library.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Configurable, transparent,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Azure OpenAI deployment drives script drafting. Recording runs headless at a fixed 1920×1080 / 30fps, one job at a time, so every render is reproducible.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39696" y="2578608"/>
            <a:ext cx="7918704" cy="3784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F7"/>
            </a:solidFill>
            <a:prstDash val="solid"/>
          </a:ln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6" name="Image 0" descr="/home/claude/ppt_assets/settings_high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606040"/>
            <a:ext cx="7863840" cy="37301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2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 to Video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Zen Studio at a slide deck instead of a URL — same narrated, verified pipeline, no browser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2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Multi-page journeys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657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several apps and hand-offs into one continuous narrated demo.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4F2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6C5C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A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voices &amp; languages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657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today's ten voices for a global audience.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5584" y="13716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019678" y="1530340"/>
            <a:ext cx="192756" cy="17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148840"/>
            <a:ext cx="12188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any script</a:t>
            </a:r>
            <a:endParaRPr lang="en-US" sz="38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demo.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Studio — AI-powered demo creation from any transcript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nStudio">
  <a:themeElements>
    <a:clrScheme name="ZenStudio">
      <a:dk1>
        <a:srgbClr val="1A1030"/>
      </a:dk1>
      <a:lt1>
        <a:srgbClr val="FFFFFF"/>
      </a:lt1>
      <a:dk2>
        <a:srgbClr val="2B1B52"/>
      </a:dk2>
      <a:lt2>
        <a:srgbClr val="F4F2FC"/>
      </a:lt2>
      <a:accent1>
        <a:srgbClr val="6C5CE7"/>
      </a:accent1>
      <a:accent2>
        <a:srgbClr val="1FAA59"/>
      </a:accent2>
      <a:accent3>
        <a:srgbClr val="D98C00"/>
      </a:accent3>
      <a:accent4>
        <a:srgbClr val="E5484D"/>
      </a:accent4>
      <a:accent5>
        <a:srgbClr val="8B7FF0"/>
      </a:accent5>
      <a:accent6>
        <a:srgbClr val="1E1040"/>
      </a:accent6>
      <a:hlink>
        <a:srgbClr val="6C5CE7"/>
      </a:hlink>
      <a:folHlink>
        <a:srgbClr val="8B7FF0"/>
      </a:folHlink>
    </a:clrScheme>
    <a:fontScheme name="ZenStud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2026-10-08T01:41:14Z</dcterms:created>
  <dcterms:modified xsi:type="dcterms:W3CDTF">2026-10-08T01:41:14Z</dcterms:modified>
</cp:coreProperties>
</file>